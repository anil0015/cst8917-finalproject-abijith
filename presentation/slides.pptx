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4" r:id="rId6"/>
    <p:sldId id="268" r:id="rId7"/>
    <p:sldId id="286" r:id="rId8"/>
    <p:sldId id="260" r:id="rId9"/>
    <p:sldId id="292" r:id="rId10"/>
    <p:sldId id="279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6" d="100"/>
          <a:sy n="76" d="100"/>
        </p:scale>
        <p:origin x="43" y="154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09" y="677918"/>
            <a:ext cx="8800155" cy="2083755"/>
          </a:xfrm>
        </p:spPr>
        <p:txBody>
          <a:bodyPr>
            <a:normAutofit/>
          </a:bodyPr>
          <a:lstStyle/>
          <a:p>
            <a:r>
              <a:rPr lang="en-US" dirty="0"/>
              <a:t>Expense Approval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8ADAE-1CCA-D62E-1FA9-DD001B792501}"/>
              </a:ext>
            </a:extLst>
          </p:cNvPr>
          <p:cNvSpPr txBox="1"/>
          <p:nvPr/>
        </p:nvSpPr>
        <p:spPr>
          <a:xfrm>
            <a:off x="7823200" y="5126181"/>
            <a:ext cx="5338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Abijith Anil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041194855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CST8917 – Serverless Applications</a:t>
            </a:r>
            <a:endParaRPr lang="en-C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CA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2327564"/>
            <a:ext cx="4779818" cy="4027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Expense Approval Workflow</a:t>
            </a:r>
            <a:endParaRPr lang="en-US" dirty="0"/>
          </a:p>
          <a:p>
            <a:r>
              <a:rPr lang="en-US" dirty="0"/>
              <a:t>Employee submits an expense request </a:t>
            </a:r>
          </a:p>
          <a:p>
            <a:r>
              <a:rPr lang="en-US" dirty="0"/>
              <a:t>System validates the request </a:t>
            </a:r>
          </a:p>
          <a:p>
            <a:r>
              <a:rPr lang="en-US" dirty="0"/>
              <a:t>Under $100 → auto-approved </a:t>
            </a:r>
          </a:p>
          <a:p>
            <a:r>
              <a:rPr lang="en-US" dirty="0"/>
              <a:t>$100 or more → manager review required </a:t>
            </a:r>
          </a:p>
          <a:p>
            <a:r>
              <a:rPr lang="en-US" dirty="0"/>
              <a:t>No manager response → escalated </a:t>
            </a:r>
          </a:p>
          <a:p>
            <a:r>
              <a:rPr lang="en-US" dirty="0"/>
              <a:t>Employee receives final notification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anchor="b">
            <a:normAutofit/>
          </a:bodyPr>
          <a:lstStyle/>
          <a:p>
            <a:r>
              <a:rPr lang="en-CA" dirty="0"/>
              <a:t>Version A: Durable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5A0E-ED70-8980-D200-81B953655FEA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938712" y="3299953"/>
            <a:ext cx="6338888" cy="26684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Built with Python v2 programming model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Uses orchestrator + activity functions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HTTP starter function begins the workflow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Manager decision sent through external event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Durable timer handles timeout and escalation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 dirty="0"/>
              <a:t>Version B: Logic Apps + Service Bus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DDF6E8-8D3B-9370-D066-D9264E51749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1552575" y="2575101"/>
            <a:ext cx="6477952" cy="3449508"/>
          </a:xfrm>
          <a:prstGeom prst="rect">
            <a:avLst/>
          </a:prstGeom>
          <a:noFill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EA88CBA-6A63-D5B3-18AE-F113345F703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8372723" y="2481940"/>
            <a:ext cx="3046391" cy="3759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Expense request sent to Service Bus queue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Logic App reads and processes the message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Azure Function validates the request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Result sent by email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Final status published to topic subscriptions: 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approved 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rejected 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escalated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 anchor="t">
            <a:normAutofit/>
          </a:bodyPr>
          <a:lstStyle/>
          <a:p>
            <a:r>
              <a:rPr lang="en-CA" dirty="0"/>
              <a:t>Comparison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597B3320-3330-1F17-5E4B-B24CAB0A4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46736852"/>
              </p:ext>
            </p:extLst>
          </p:nvPr>
        </p:nvGraphicFramePr>
        <p:xfrm>
          <a:off x="1095410" y="2417763"/>
          <a:ext cx="9999025" cy="3678237"/>
        </p:xfrm>
        <a:graphic>
          <a:graphicData uri="http://schemas.openxmlformats.org/drawingml/2006/table">
            <a:tbl>
              <a:tblPr firstRow="1" bandRow="1">
                <a:noFill/>
                <a:tableStyleId>{C4B1156A-380E-4F78-BDF5-A606A8083BF9}</a:tableStyleId>
              </a:tblPr>
              <a:tblGrid>
                <a:gridCol w="5126926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4872099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</a:tblGrid>
              <a:tr h="8545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Durable Functions</a:t>
                      </a:r>
                      <a:endParaRPr lang="en-US" sz="27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204657" marT="204657" marB="204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Logic Apps + Service Bus</a:t>
                      </a:r>
                      <a:endParaRPr lang="en-US" sz="27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204657" marT="204657" marB="204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059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Easier to test locally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More realistic cloud architecture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059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Better control in code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Better visual monitoring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059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More natural for timers and approvals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Easier to show workflow branches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  <a:tr h="7059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Simpler debugging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More flexible for service integration</a:t>
                      </a:r>
                      <a:endParaRPr lang="en-US" sz="21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1095" marR="177369" marT="177369" marB="1773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7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anchor="b">
            <a:normAutofit/>
          </a:bodyPr>
          <a:lstStyle/>
          <a:p>
            <a:r>
              <a:rPr lang="en-CA" dirty="0"/>
              <a:t>Recommendation</a:t>
            </a: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D59848D-79D3-0788-4CF3-76DCC125497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938712" y="3299953"/>
            <a:ext cx="6338888" cy="26684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Same business rules can be implemented in very different ways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Durable Functions is great for code-driven orchestration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Logic Apps is better for visual workflow integration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Small configuration mistakes can break cloud workflows </a:t>
            </a:r>
          </a:p>
          <a:p>
            <a:pPr marL="0" marR="0" lvl="0" indent="0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Testing each branch carefully is very important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Final tips &amp; takeaways​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/>
          <a:p>
            <a:r>
              <a:rPr lang="en-US" dirty="0"/>
              <a:t>Consistent rehearsal​</a:t>
            </a:r>
          </a:p>
          <a:p>
            <a:pPr lvl="1"/>
            <a:r>
              <a:rPr lang="en-US" dirty="0"/>
              <a:t>Practice makes perfect, so strengthen your familiarity with the presentation​</a:t>
            </a:r>
          </a:p>
          <a:p>
            <a:r>
              <a:rPr lang="en-US" dirty="0"/>
              <a:t>Refine delivery style​</a:t>
            </a:r>
          </a:p>
          <a:p>
            <a:pPr lvl="1"/>
            <a:r>
              <a:rPr lang="en-US" dirty="0"/>
              <a:t>Pacing, tone, and emphasis​</a:t>
            </a:r>
          </a:p>
          <a:p>
            <a:r>
              <a:rPr lang="en-US" dirty="0"/>
              <a:t>Timing and transitions​</a:t>
            </a:r>
          </a:p>
          <a:p>
            <a:pPr lvl="1"/>
            <a:r>
              <a:rPr lang="en-US" dirty="0"/>
              <a:t>Aim for seamless, professional delivery​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feedback​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323639-65E1-FDBD-1BE3-374BB39C1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/>
          <a:p>
            <a:r>
              <a:rPr lang="en-US" dirty="0"/>
              <a:t>Seek feedback​</a:t>
            </a:r>
          </a:p>
          <a:p>
            <a:r>
              <a:rPr lang="en-US" dirty="0"/>
              <a:t>Reflect on performance​</a:t>
            </a:r>
          </a:p>
          <a:p>
            <a:r>
              <a:rPr lang="en-US" dirty="0"/>
              <a:t>Explore new techniques​</a:t>
            </a:r>
          </a:p>
          <a:p>
            <a:r>
              <a:rPr lang="en-US" dirty="0"/>
              <a:t>Set personal goals​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7162380" cy="3582583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{E7A1D03D-F890-427B-8094-D8DC942ADEA5}TF55c86556-70ea-476e-aa05-13a38f2d5b0da1381d77_win32-a3c664429073</Template>
  <TotalTime>16</TotalTime>
  <Words>290</Words>
  <Application>Microsoft Office PowerPoint</Application>
  <PresentationFormat>Widescreen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Calibri</vt:lpstr>
      <vt:lpstr>Wingdings</vt:lpstr>
      <vt:lpstr>Custom</vt:lpstr>
      <vt:lpstr>Expense Approval Workflow</vt:lpstr>
      <vt:lpstr>Project Overview</vt:lpstr>
      <vt:lpstr>Version A: Durable Functions</vt:lpstr>
      <vt:lpstr>Version B: Logic Apps + Service Bus</vt:lpstr>
      <vt:lpstr>Comparison</vt:lpstr>
      <vt:lpstr>Recommendation</vt:lpstr>
      <vt:lpstr>Final tips &amp; takeaways​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ODL_User 2135995</dc:creator>
  <cp:lastModifiedBy>ODL_User 2135995</cp:lastModifiedBy>
  <cp:revision>1</cp:revision>
  <dcterms:created xsi:type="dcterms:W3CDTF">2026-04-22T07:18:05Z</dcterms:created>
  <dcterms:modified xsi:type="dcterms:W3CDTF">2026-04-22T07:34:13Z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